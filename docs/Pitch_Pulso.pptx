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Equipo Pulso. Vamos a contar una necesidad, no una app: la de Yoana, una estudiante ficticia que necesita darse cuenta a tiempo de que su bienestar está cambiando.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Dí en voz alta: Yoana es una persona ficticia. Tiene 21 años, estudia en la universidad y combina estudios con responsabilidades personales. Su necesidad no es una app: es darse cuenta a tiempo. El insight: no notamos el cambio hasta que el estrés ya pesa en los estudios, las relaciones y la vida personal. No usamos cifras sin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les vamos a contar cómo la ayudamos: se lo vamos a mostrar. Abre la app con el usuario de demostración. Yoana registra su emoción (o la dice en voz alta), recibe un ejercicio pensado para su momento y cuatro ideas extra. Si la intensidad es alta, solo se proponen actividades suaves. Si falla internet, usa estas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Pulso cruza los registros de Yoana, su horario y su uso del teléfono (simulado) y detecta señales como cansancio o ánimo bajo. Nunca dice «tienes ansiedad»: dice «notamos que últimamente te has sentido más inquieta». Ante un cambio brusco aparece una alerta y, con nivel medio o alto, la app sugiere ayuda profesional. Los umbrales son heurísticos y deben validarse con un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el líder clínico. Lo que dejamos fuera del MVP es a propósito: Pulso no diagnostica. El siguiente paso es probar el prototipo y medir la meta del 80 %, que aún no está comprobada. Frase final: detectar a tiempo, para que Yoana no espere a estar agotada.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HACKATHON DE SALUD MENTAL CON IA · UCV · RETO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51C2C"/>
                </a:solidFill>
                <a:latin typeface="Trebuchet MS"/>
              </a:rPr>
              <a:t>Pulso</a:t>
            </a:r>
          </a:p>
          <a:p>
            <a:pPr>
              <a:spcAft>
                <a:spcPts val="600"/>
              </a:spcAft>
            </a:pPr>
            <a:r>
              <a:rPr sz="2800" b="0" i="0">
                <a:solidFill>
                  <a:srgbClr val="051C2C"/>
                </a:solidFill>
                <a:latin typeface="Trebuchet MS"/>
              </a:rPr>
              <a:t>Equipo Pulso ·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51C2C"/>
                </a:solidFill>
                <a:latin typeface="Calibri"/>
              </a:rPr>
              <a:t>Notar a tiempo cuando algo cambia en tu bienestar emocional.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5B6B7F"/>
                </a:solidFill>
                <a:latin typeface="Calibri"/>
              </a:rPr>
              <a:t>La persona y todos los datos de esta presentación son ficticios.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pic>
        <p:nvPicPr>
          <p:cNvPr id="6" name="Picture 5" descr="yoana-abr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000" y="900000"/>
            <a:ext cx="3096367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1 · 1 MINUTO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El problema y a quién ayudamos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2/5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51FF"/>
                </a:solidFill>
                <a:latin typeface="Calibri"/>
              </a:rPr>
              <a:t>Presenta: 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51C2C"/>
                </a:solidFill>
                <a:latin typeface="Calibri"/>
              </a:rPr>
              <a:t>Yoana, 21 años, estudiante universitaria</a:t>
            </a:r>
          </a:p>
          <a:p>
            <a:pPr>
              <a:spcAft>
                <a:spcPts val="1000"/>
              </a:spcAft>
            </a:pPr>
            <a:r>
              <a:rPr sz="1600" b="0" i="1">
                <a:solidFill>
                  <a:srgbClr val="2B3A4A"/>
                </a:solidFill>
                <a:latin typeface="Calibri"/>
              </a:rPr>
              <a:t>«Quiero sentirme mejor conmigo misma, aprender a manejar mis emociones y encontrar la calma incluso en los días más difíciles.»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51C2C"/>
                </a:solidFill>
                <a:latin typeface="Calibri"/>
              </a:rPr>
              <a:t>Yo, como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estudiante con estrés por tareas y exámenes, </a:t>
            </a:r>
            <a:r>
              <a:rPr sz="1600" b="1" i="0">
                <a:solidFill>
                  <a:srgbClr val="051C2C"/>
                </a:solidFill>
                <a:latin typeface="Calibri"/>
              </a:rPr>
              <a:t>necesito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darme cuenta a tiempo de mis cambios emocionales, </a:t>
            </a:r>
            <a:r>
              <a:rPr sz="1600" b="1" i="0">
                <a:solidFill>
                  <a:srgbClr val="051C2C"/>
                </a:solidFill>
                <a:latin typeface="Calibri"/>
              </a:rPr>
              <a:t>porque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no veo las señales hasta que ya afectan mis estudios y mi vida.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Insight: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no notamos que nuestro bienestar cambia hasta que el estrés ya afecta nuestros días.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yoana-abr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715" y="1663040"/>
            <a:ext cx="3649289" cy="33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7840" y="5113040"/>
            <a:ext cx="543504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051C2C"/>
                </a:solidFill>
                <a:latin typeface="Calibri"/>
              </a:rPr>
              <a:t>«Necesito darme cuenta a tiempo.»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Yoana · persona ficticia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2 · 3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La solución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A9F4"/>
                </a:solidFill>
                <a:latin typeface="Calibri"/>
              </a:rPr>
              <a:t>Presenta: 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51C2C"/>
                </a:solidFill>
                <a:latin typeface="Calibri"/>
              </a:rPr>
              <a:t>Así vive Yoana Pulso, paso a paso: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1.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Registra qué emoción siente y qué tan intensa es (1 a 10), tocando o con la voz.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2.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Recibe un momento de calma: la IA elige un ejercicio según su emoción, la hora, sus gustos y su semana.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3.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«También puedes…»: un lugar cercano, música y otras ideas.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4.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Ve su progreso: el gráfico de su semana y sus registros.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5B6B7F"/>
                </a:solidFill>
                <a:latin typeface="Calibri"/>
              </a:rPr>
              <a:t>Demo en vivo con datos ficticios: [enlace de la app]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gis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385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15385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1 · Registro emocional</a:t>
            </a:r>
          </a:p>
        </p:txBody>
      </p:sp>
      <p:pic>
        <p:nvPicPr>
          <p:cNvPr id="12" name="Picture 11" descr="inic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360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05360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2 · Su momento de calma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3 · 2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Cómo cuidamos a las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1C2C"/>
                </a:solidFill>
                <a:latin typeface="Calibri"/>
              </a:rPr>
              <a:t>Presenta: 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51C2C"/>
                </a:solidFill>
                <a:latin typeface="Calibri"/>
              </a:rPr>
              <a:t>Las 3 reglas de oro dentro de la app: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1. Datos ficticios.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Yoana y todos los datos de la demo son inventados; el uso del teléfono es simulado.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2. Apoya, no diagnostica.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Habla de señales («notamos cambios»); nunca nombra un trastorno.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3. Deriva.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Si el nivel de atención es medio o alto, sugiere hablar con un profesional.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5B6B7F"/>
                </a:solidFill>
                <a:latin typeface="Calibri"/>
              </a:rPr>
              <a:t>Su ubicación solo se usa para buscar lugares cercanos y no se guarda.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385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15385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Señales, no diagnósticos</a:t>
            </a:r>
          </a:p>
        </p:txBody>
      </p:sp>
      <p:pic>
        <p:nvPicPr>
          <p:cNvPr id="12" name="Picture 11" descr="progres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360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05360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Su progreso emocional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4 · 1 MINUTO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Qué sigue para nuestra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Presenta: ______ (líder clínico)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Fuera del MVP, a propósito: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diagnóstico automático, historias clínicas y sensores o dispositivos portátiles.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Con más tiempo: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validar los umbrales con un profesional de salud mental, probar con estudiantes y dar destino a todas las ideas.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A quién ayudaría después: </a:t>
            </a:r>
            <a:r>
              <a:rPr sz="1600" b="0" i="0">
                <a:solidFill>
                  <a:srgbClr val="2B3A4A"/>
                </a:solidFill>
                <a:latin typeface="Calibri"/>
              </a:rPr>
              <a:t>a más estudiantes universitarios, de la mano del área de bienestar de la universidad.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77840" y="2163040"/>
            <a:ext cx="5235040" cy="3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2251FF"/>
                </a:solidFill>
                <a:latin typeface="Calibri"/>
              </a:rPr>
              <a:t>META DE LA PRUEBA</a:t>
            </a:r>
          </a:p>
          <a:p>
            <a:pPr>
              <a:spcAft>
                <a:spcPts val="1000"/>
              </a:spcAft>
            </a:pPr>
            <a:r>
              <a:rPr sz="7200" b="1" i="0">
                <a:solidFill>
                  <a:srgbClr val="2251FF"/>
                </a:solidFill>
                <a:latin typeface="Trebuchet MS"/>
              </a:rPr>
              <a:t>80 %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51C2C"/>
                </a:solidFill>
                <a:latin typeface="Calibri"/>
              </a:rPr>
              <a:t>de participantes completa el registro y recibe una recomendación en menos de 2 minutos.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5B6B7F"/>
                </a:solidFill>
                <a:latin typeface="Calibri"/>
              </a:rPr>
              <a:t>Meta propuesta, aún no comprobada: la mediremos con el prototipo.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
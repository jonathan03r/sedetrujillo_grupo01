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Tester y pitch (15 s). No saluden ni se presenten uno por uno. Lean la escena despacio: Domingo, 11 de la noche. Yoana tiene examen mañana, lleva tres noches desvelándose con el celular y piensa: no sé qué me pasa. Pausa. Tiburones: ¿cuántas Yoanas no notan a tiempo que algo está cambiando? Somos Pulso.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Tester y pitch (45 s). Yoana es ficticia; díganlo. Tiene 21 años, es universitaria, le frustra sentirse abrumada y no tener a quién acudir, y le motiva sentirse tranquila y cumplir sus metas. POV en voz alta: Yo, como estudiante con estrés por tareas y exámenes, necesito darme cuenta a tiempo de mis cambios emocionales, porque no veo las señales hasta que ya afectan mis estudios y mi vida. Insight: a Yoana no le falta información; le falta darse cuenta a tiempo de que su bienestar está cambiando. Transición: No les vamos a contar cómo la ayudamos. Se lo vamos a mostrar.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conductor (maneja, no habla) + narrador (3 min). Nunca digan «aquí le doy clic». 0:00 Esto no es un diseño: está publicado, pueden abrirlo en su celular. 0:20 Yoana abre Pulso y en segundos le pone nombre a lo que siente: ansiedad, 7 de 10; también podría decirlo con la voz. 1:10 La IA no le da un diagnóstico: le da una pausa y un paso pequeño, pensado para su emoción, su hora y sus gustos; con intensidad alta solo propone actividades suaves. 2:00 Lo que vieron se guardó: en Progreso está su semana. 2:40 Momento wow: Pulso cruzó su uso del teléfono (simulado) con su horario y notó que desde el lunes se desvela; no la etiqueta, le dice «notamos cambios importantes». Si falla internet, usen estas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líder clínico (2 min). 0:00 Frase del freno: Pulso acompaña, pero sabe cuándo frenar. 0:15 Las 3 promesas, señalando la pantalla: datos ficticios; apoya y no diagnostica (dice «notamos cambios importantes», nunca «tienes ansiedad»); deriva (con nivel medio o alto sugiere hablar con un profesional). 1:15 Lo que NO hace: no diagnostica, no reemplaza a un psicólogo, no usa datos reales y no guarda la ubicación. 1:45 Quién lo revisó: digan el nombre del mentor; los umbrales son heurísticos y deben validarse con un profesional. Nunca digan «la app detecta la depresión».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diseño y datos (45 s) y cierra el líder clínico (15 s). Lo que dejamos fuera, con orgullo: decidimos hacer una cosa bien. La petición concreta: pedimos a Bienestar UCV un piloto de 4 semanas con una facultad, con textos y umbrales revisados por un psicólogo; ahí mediremos la meta del 80 %. Cierre del líder clínico: Yoana no necesitaba otra app. Necesitaba darse cuenta a tiempo. Tiburones: con Pulso, la próxima Yoana no espera a estar agotada. Gracias. Luego, silencio.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251FF"/>
                </a:solidFill>
                <a:latin typeface="Calibri"/>
              </a:rPr>
              <a:t>HACKATHON DE SALUD MENTAL CON IA · UCV · RETO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051C2C"/>
                </a:solidFill>
                <a:latin typeface="Trebuchet MS"/>
              </a:rPr>
              <a:t>Pulso</a:t>
            </a:r>
          </a:p>
          <a:p>
            <a:pPr>
              <a:spcAft>
                <a:spcPts val="600"/>
              </a:spcAft>
            </a:pPr>
            <a:r>
              <a:rPr sz="2800" b="0" i="0">
                <a:solidFill>
                  <a:srgbClr val="051C2C"/>
                </a:solidFill>
                <a:latin typeface="Trebuchet MS"/>
              </a:rPr>
              <a:t>Darse cuenta a tiempo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051C2C"/>
                </a:solidFill>
                <a:latin typeface="Calibri"/>
              </a:rPr>
              <a:t>Domingo, 11 de la noche. Yoana tiene examen mañana, lleva tres noches desvelándose con el celular y piensa: «no sé qué me pasa».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2251FF"/>
                </a:solidFill>
                <a:latin typeface="Calibri"/>
              </a:rPr>
              <a:t>Tiburones: ¿cuántas Yoanas no notan a tiempo que algo está cambiando? Somos Pulso.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5B6B7F"/>
                </a:solidFill>
                <a:latin typeface="Calibri"/>
              </a:rPr>
              <a:t>Equipo Pulso · Persona y datos ficticios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Calibri"/>
              </a:rPr>
              <a:t>Hackathon de Salud Mental con IA · UCV · Pitch del equipo</a:t>
            </a:r>
          </a:p>
        </p:txBody>
      </p:sp>
      <p:pic>
        <p:nvPicPr>
          <p:cNvPr id="6" name="Picture 5" descr="yoana-abraz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000" y="900000"/>
            <a:ext cx="3096367" cy="28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251FF"/>
                </a:solidFill>
                <a:latin typeface="Calibri"/>
              </a:rPr>
              <a:t>PARTE 1 · 45 SEGUNDOS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51C2C"/>
                </a:solidFill>
                <a:latin typeface="Trebuchet MS"/>
              </a:rPr>
              <a:t>El problema y a quién ayudamos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Calibri"/>
              </a:rPr>
              <a:t>Hackathon de Salud Mental con IA · UCV · Pitch del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2/5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4754880" cy="475488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251FF"/>
                </a:solidFill>
                <a:latin typeface="Calibri"/>
              </a:rPr>
              <a:t>Presenta: ______ (tester y pitch)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29768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051C2C"/>
                </a:solidFill>
                <a:latin typeface="Calibri"/>
              </a:rPr>
              <a:t>Yoana, 21 años · persona ficticia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051C2C"/>
                </a:solidFill>
                <a:latin typeface="Calibri"/>
              </a:rPr>
              <a:t>Perfil: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universitaria que combina estudios y responsabilidades personales.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051C2C"/>
                </a:solidFill>
                <a:latin typeface="Calibri"/>
              </a:rPr>
              <a:t>Le frustra: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sentirse abrumada y no tener a quién acudir.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051C2C"/>
                </a:solidFill>
                <a:latin typeface="Calibri"/>
              </a:rPr>
              <a:t>Le motiva: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sentirse tranquila y cumplir sus metas.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251FF"/>
                </a:solidFill>
                <a:latin typeface="Calibri"/>
              </a:rPr>
              <a:t>Yo, como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estudiante con estrés por tareas y exámenes, </a:t>
            </a:r>
            <a:r>
              <a:rPr sz="1500" b="1" i="0">
                <a:solidFill>
                  <a:srgbClr val="2251FF"/>
                </a:solidFill>
                <a:latin typeface="Calibri"/>
              </a:rPr>
              <a:t>necesito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darme cuenta a tiempo de mis cambios emocionales, </a:t>
            </a:r>
            <a:r>
              <a:rPr sz="1500" b="1" i="0">
                <a:solidFill>
                  <a:srgbClr val="2251FF"/>
                </a:solidFill>
                <a:latin typeface="Calibri"/>
              </a:rPr>
              <a:t>porque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no veo las señales hasta que ya afectan mis estudios y mi vida.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463040"/>
            <a:ext cx="603504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yoana-abraz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054" y="1613040"/>
            <a:ext cx="2764613" cy="2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27840" y="4233040"/>
            <a:ext cx="5335040" cy="19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1">
                <a:solidFill>
                  <a:srgbClr val="5B6B7F"/>
                </a:solidFill>
                <a:latin typeface="Calibri"/>
              </a:rPr>
              <a:t>«Quiero sentirme mejor conmigo misma, aprender a manejar mis emociones y encontrar la calma incluso en los días más difíciles.»</a:t>
            </a:r>
          </a:p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2251FF"/>
                </a:solidFill>
                <a:latin typeface="Calibri"/>
              </a:rPr>
              <a:t>INSIGHT</a:t>
            </a:r>
          </a:p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051C2C"/>
                </a:solidFill>
                <a:latin typeface="Calibri"/>
              </a:rPr>
              <a:t>A Yoana no le falta información: le falta darse cuenta a tiempo de que su bienestar está cambiando.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51FF"/>
                </a:solidFill>
                <a:latin typeface="Calibri"/>
              </a:rPr>
              <a:t>PARTE 2 · 3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51C2C"/>
                </a:solidFill>
                <a:latin typeface="Trebuchet MS"/>
              </a:rPr>
              <a:t>La solución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Calibri"/>
              </a:rPr>
              <a:t>Hackathon de Salud Mental con IA · UCV · Pitch del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3/5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4754880" cy="475488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A9F4"/>
                </a:solidFill>
                <a:latin typeface="Calibri"/>
              </a:rPr>
              <a:t>Presenta: ______ (conductor + narrador)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29768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2251FF"/>
                </a:solidFill>
                <a:latin typeface="Calibri"/>
              </a:rPr>
              <a:t>0:00 </a:t>
            </a:r>
            <a:r>
              <a:rPr sz="1500" b="1" i="0">
                <a:solidFill>
                  <a:srgbClr val="051C2C"/>
                </a:solidFill>
                <a:latin typeface="Calibri"/>
              </a:rPr>
              <a:t>Está publicada: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[enlace de la app]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251FF"/>
                </a:solidFill>
                <a:latin typeface="Calibri"/>
              </a:rPr>
              <a:t>0:20 </a:t>
            </a:r>
            <a:r>
              <a:rPr sz="1500" b="1" i="0">
                <a:solidFill>
                  <a:srgbClr val="051C2C"/>
                </a:solidFill>
                <a:latin typeface="Calibri"/>
              </a:rPr>
              <a:t>Registro: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Yoana nombra su emoción y su intensidad, tocando o con la voz.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251FF"/>
                </a:solidFill>
                <a:latin typeface="Calibri"/>
              </a:rPr>
              <a:t>1:10 </a:t>
            </a:r>
            <a:r>
              <a:rPr sz="1500" b="1" i="0">
                <a:solidFill>
                  <a:srgbClr val="051C2C"/>
                </a:solidFill>
                <a:latin typeface="Calibri"/>
              </a:rPr>
              <a:t>Su momento de calma: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la IA no diagnostica; le propone un ejercicio y un paso pequeño.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251FF"/>
                </a:solidFill>
                <a:latin typeface="Calibri"/>
              </a:rPr>
              <a:t>2:00 </a:t>
            </a:r>
            <a:r>
              <a:rPr sz="1500" b="1" i="0">
                <a:solidFill>
                  <a:srgbClr val="051C2C"/>
                </a:solidFill>
                <a:latin typeface="Calibri"/>
              </a:rPr>
              <a:t>Su semana: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lo que registró quedó guardado en Progreso.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251FF"/>
                </a:solidFill>
                <a:latin typeface="Calibri"/>
              </a:rPr>
              <a:t>2:40 </a:t>
            </a:r>
            <a:r>
              <a:rPr sz="1500" b="1" i="0">
                <a:solidFill>
                  <a:srgbClr val="051C2C"/>
                </a:solidFill>
                <a:latin typeface="Calibri"/>
              </a:rPr>
              <a:t>Momento wow: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Pulso nota que desde el lunes se desvela y le dice «notamos cambios importantes».</a:t>
            </a:r>
          </a:p>
          <a:p>
            <a:pPr>
              <a:spcAft>
                <a:spcPts val="700"/>
              </a:spcAft>
            </a:pPr>
            <a:r>
              <a:rPr sz="1200" b="0" i="0">
                <a:solidFill>
                  <a:srgbClr val="5B6B7F"/>
                </a:solidFill>
                <a:latin typeface="Calibri"/>
              </a:rPr>
              <a:t>El conductor maneja y no habla; el narrador cuenta a Yoana en tercera persona.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463040"/>
            <a:ext cx="603504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gis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385" y="1645920"/>
            <a:ext cx="1869975" cy="4049120"/>
          </a:xfrm>
          <a:prstGeom prst="rect">
            <a:avLst/>
          </a:prstGeom>
          <a:ln w="9525">
            <a:solidFill>
              <a:srgbClr val="C9D6E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315385" y="5735040"/>
            <a:ext cx="2269975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B6B7F"/>
                </a:solidFill>
                <a:latin typeface="Calibri"/>
              </a:rPr>
              <a:t>Registro emocional</a:t>
            </a:r>
          </a:p>
        </p:txBody>
      </p:sp>
      <p:pic>
        <p:nvPicPr>
          <p:cNvPr id="12" name="Picture 11" descr="inici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360" y="1645920"/>
            <a:ext cx="1869975" cy="4049120"/>
          </a:xfrm>
          <a:prstGeom prst="rect">
            <a:avLst/>
          </a:prstGeom>
          <a:ln w="9525">
            <a:solidFill>
              <a:srgbClr val="C9D6E6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8605360" y="5735040"/>
            <a:ext cx="2269975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B6B7F"/>
                </a:solidFill>
                <a:latin typeface="Calibri"/>
              </a:rPr>
              <a:t>Su momento de calma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51FF"/>
                </a:solidFill>
                <a:latin typeface="Calibri"/>
              </a:rPr>
              <a:t>PARTE 3 · 2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51C2C"/>
                </a:solidFill>
                <a:latin typeface="Trebuchet MS"/>
              </a:rPr>
              <a:t>Cómo cuidamos a las personas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Calibri"/>
              </a:rPr>
              <a:t>Hackathon de Salud Mental con IA · UCV · Pitch del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4/5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4754880" cy="475488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51C2C"/>
                </a:solidFill>
                <a:latin typeface="Calibri"/>
              </a:rPr>
              <a:t>Presenta: ______ (líder clínico)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29768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2251FF"/>
                </a:solidFill>
                <a:latin typeface="Calibri"/>
              </a:rPr>
              <a:t>«Pulso acompaña, pero sabe cuándo frenar.»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051C2C"/>
                </a:solidFill>
                <a:latin typeface="Calibri"/>
              </a:rPr>
              <a:t>1. Datos ficticios: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Yoana y los datos de la demo son inventados; el uso del teléfono es simulado.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051C2C"/>
                </a:solidFill>
                <a:latin typeface="Calibri"/>
              </a:rPr>
              <a:t>2. Apoya, no diagnostica: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habla de señales, nunca nombra un trastorno.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051C2C"/>
                </a:solidFill>
                <a:latin typeface="Calibri"/>
              </a:rPr>
              <a:t>3. Deriva: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con nivel de atención medio o alto, sugiere hablar con un profesional.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251FF"/>
                </a:solidFill>
                <a:latin typeface="Calibri"/>
              </a:rPr>
              <a:t>Lo que NO hace: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no diagnostica, no reemplaza a un psicólogo, no usa datos reales y no guarda la ubicación.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251FF"/>
                </a:solidFill>
                <a:latin typeface="Calibri"/>
              </a:rPr>
              <a:t>Revisado por: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[mentor] · umbrales por validar con un profesional.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463040"/>
            <a:ext cx="603504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s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385" y="1645920"/>
            <a:ext cx="1869975" cy="4049120"/>
          </a:xfrm>
          <a:prstGeom prst="rect">
            <a:avLst/>
          </a:prstGeom>
          <a:ln w="9525">
            <a:solidFill>
              <a:srgbClr val="C9D6E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315385" y="5735040"/>
            <a:ext cx="2269975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B6B7F"/>
                </a:solidFill>
                <a:latin typeface="Calibri"/>
              </a:rPr>
              <a:t>Señales, no diagnósticos</a:t>
            </a:r>
          </a:p>
        </p:txBody>
      </p:sp>
      <p:pic>
        <p:nvPicPr>
          <p:cNvPr id="12" name="Picture 11" descr="progres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360" y="1645920"/>
            <a:ext cx="1869975" cy="4049120"/>
          </a:xfrm>
          <a:prstGeom prst="rect">
            <a:avLst/>
          </a:prstGeom>
          <a:ln w="9525">
            <a:solidFill>
              <a:srgbClr val="C9D6E6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8605360" y="5735040"/>
            <a:ext cx="2269975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B6B7F"/>
                </a:solidFill>
                <a:latin typeface="Calibri"/>
              </a:rPr>
              <a:t>Su progreso emocional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51FF"/>
                </a:solidFill>
                <a:latin typeface="Calibri"/>
              </a:rPr>
              <a:t>PARTE 4 · 1 MINUTO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51C2C"/>
                </a:solidFill>
                <a:latin typeface="Trebuchet MS"/>
              </a:rPr>
              <a:t>Qué sigue para nuestra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Calibri"/>
              </a:rPr>
              <a:t>Hackathon de Salud Mental con IA · UCV · Pitch del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5/5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4754880" cy="475488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251FF"/>
                </a:solidFill>
                <a:latin typeface="Calibri"/>
              </a:rPr>
              <a:t>Presenta: ______ (diseño y datos)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29768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2251FF"/>
                </a:solidFill>
                <a:latin typeface="Calibri"/>
              </a:rPr>
              <a:t>1. Lo que dejamos fuera, a propósito: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diagnóstico automático, historias clínicas y sensores. Decidimos hacer una cosa bien.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2251FF"/>
                </a:solidFill>
                <a:latin typeface="Calibri"/>
              </a:rPr>
              <a:t>2. Nuestra petición: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pedimos a Bienestar UCV un piloto de 4 semanas con una facultad, con textos y umbrales revisados por un psicólogo.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2251FF"/>
                </a:solidFill>
                <a:latin typeface="Calibri"/>
              </a:rPr>
              <a:t>3. Qué mediremos: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que el 80 % complete el registro y reciba una recomendación en menos de 2 minutos (meta, aún no comprobada).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463040"/>
            <a:ext cx="603504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77840" y="2063040"/>
            <a:ext cx="5235040" cy="3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 i="0">
                <a:solidFill>
                  <a:srgbClr val="2251FF"/>
                </a:solidFill>
                <a:latin typeface="Calibri"/>
              </a:rPr>
              <a:t>CIERRE · LÍDER CLÍNICO</a:t>
            </a:r>
          </a:p>
          <a:p>
            <a:pPr>
              <a:spcAft>
                <a:spcPts val="1400"/>
              </a:spcAft>
            </a:pPr>
            <a:r>
              <a:rPr sz="2400" b="1" i="0">
                <a:solidFill>
                  <a:srgbClr val="051C2C"/>
                </a:solidFill>
                <a:latin typeface="Trebuchet MS"/>
              </a:rPr>
              <a:t>«Yoana no necesitaba otra app. Necesitaba darse cuenta a tiempo.</a:t>
            </a:r>
          </a:p>
          <a:p>
            <a:pPr>
              <a:spcAft>
                <a:spcPts val="1400"/>
              </a:spcAft>
            </a:pPr>
            <a:r>
              <a:rPr sz="2400" b="1" i="0">
                <a:solidFill>
                  <a:srgbClr val="2251FF"/>
                </a:solidFill>
                <a:latin typeface="Trebuchet MS"/>
              </a:rPr>
              <a:t>Tiburones: con Pulso, la próxima Yoana no espera a estar agotada. Gracias.»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